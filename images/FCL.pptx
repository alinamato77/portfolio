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Libre Franklin"/>
      <p:regular r:id="rId14"/>
    </p:embeddedFont>
    <p:embeddedFont>
      <p:font typeface="Bricolage Grotesque"/>
      <p:regular r:id="rId15"/>
    </p:embeddedFont>
    <p:embeddedFont>
      <p:font typeface="Akatab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rId14.fntdata"/><Relationship Id="rId15" Type="http://schemas.openxmlformats.org/officeDocument/2006/relationships/font" Target="fonts/rId15.fntdata"/><Relationship Id="rId16" Type="http://schemas.openxmlformats.org/officeDocument/2006/relationships/font" Target="fonts/rId1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96338" y="4719638"/>
            <a:ext cx="6191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6672263" y="285750"/>
            <a:ext cx="2166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ACADEMY OF ART UNIVERSITY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304800" y="304800"/>
            <a:ext cx="2166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ALINA XIE/UI&amp;UX DESIGN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304800" y="1285875"/>
            <a:ext cx="85344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</a:t>
            </a:r>
            <a:pPr algn="ctr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! Figma Team!</a:t>
            </a:r>
            <a:endParaRPr lang="en-US" sz="6413" dirty="0"/>
          </a:p>
          <a:p>
            <a:pPr algn="ctr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This is a video from </a:t>
            </a:r>
            <a:pPr algn="ctr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alina</a:t>
            </a:r>
            <a:pPr algn="ctr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</a:t>
            </a:r>
            <a:endParaRPr lang="en-US" sz="6413" dirty="0"/>
          </a:p>
        </p:txBody>
      </p:sp>
      <p:sp>
        <p:nvSpPr>
          <p:cNvPr id="6" name="Text 4"/>
          <p:cNvSpPr/>
          <p:nvPr/>
        </p:nvSpPr>
        <p:spPr>
          <a:xfrm>
            <a:off x="261937" y="3143250"/>
            <a:ext cx="8534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344"/>
              </a:lnSpc>
              <a:buNone/>
            </a:pPr>
            <a:r>
              <a:rPr lang="en-US" sz="5344" u="sng" spc="-321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WENQIAN XIE</a:t>
            </a:r>
            <a:endParaRPr lang="en-US" sz="5344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10375" y="214313"/>
            <a:ext cx="219075" cy="223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925" y="2009775"/>
            <a:ext cx="28146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MY JOURNEY STARTS FROM....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542925" y="2209800"/>
            <a:ext cx="281463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BFA</a:t>
            </a:r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Communication Design #China </a:t>
            </a:r>
            <a:endParaRPr lang="en-US" sz="1140" dirty="0"/>
          </a:p>
          <a:p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MFA Fine Art #Italy </a:t>
            </a:r>
            <a:endParaRPr lang="en-US" sz="1140" dirty="0"/>
          </a:p>
          <a:p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Product Designer [Home Decor]</a:t>
            </a:r>
            <a:endParaRPr lang="en-US" sz="1140" dirty="0"/>
          </a:p>
          <a:p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World Traveler &amp; International Seller</a:t>
            </a:r>
            <a:endParaRPr lang="en-US" sz="1140" dirty="0"/>
          </a:p>
          <a:p>
            <a:pPr algn="l" indent="0" marL="0">
              <a:lnSpc>
                <a:spcPts val="1254"/>
              </a:lnSpc>
              <a:buNone/>
            </a:pPr>
            <a:r>
              <a:rPr lang="en-US" sz="1140" b="1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 UI/UX Design @ AAU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8782050" y="4719638"/>
            <a:ext cx="762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466725" y="976312"/>
            <a:ext cx="419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who am </a:t>
            </a:r>
            <a:pPr algn="l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</a:t>
            </a:r>
            <a:pPr algn="l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?</a:t>
            </a:r>
            <a:endParaRPr lang="en-US" sz="6413" dirty="0"/>
          </a:p>
        </p:txBody>
      </p:sp>
      <p:sp>
        <p:nvSpPr>
          <p:cNvPr id="6" name="Text 4"/>
          <p:cNvSpPr/>
          <p:nvPr/>
        </p:nvSpPr>
        <p:spPr>
          <a:xfrm>
            <a:off x="304800" y="304800"/>
            <a:ext cx="2166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ALINA / WENQIAN XIE</a:t>
            </a:r>
            <a:endParaRPr lang="en-US" sz="85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62362" y="395288"/>
            <a:ext cx="4325425" cy="427672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62988" y="219075"/>
            <a:ext cx="195263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6730"/>
          <a:stretch/>
        </p:blipFill>
        <p:spPr>
          <a:xfrm>
            <a:off x="1028700" y="-1004887"/>
            <a:ext cx="70913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7288" y="4719638"/>
            <a:ext cx="809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</a:t>
            </a:r>
            <a:endParaRPr lang="en-US" sz="855" dirty="0"/>
          </a:p>
        </p:txBody>
      </p:sp>
      <p:sp>
        <p:nvSpPr>
          <p:cNvPr id="4" name="Text 1"/>
          <p:cNvSpPr/>
          <p:nvPr/>
        </p:nvSpPr>
        <p:spPr>
          <a:xfrm>
            <a:off x="304800" y="304800"/>
            <a:ext cx="2166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EXPERIENCE</a:t>
            </a:r>
            <a:endParaRPr lang="en-US" sz="85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8638" y="1281113"/>
            <a:ext cx="1938337" cy="25812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24388" y="1281113"/>
            <a:ext cx="1938337" cy="25812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72263" y="1281113"/>
            <a:ext cx="1938337" cy="258127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576513" y="1281113"/>
            <a:ext cx="1938337" cy="25812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28638" y="4033837"/>
            <a:ext cx="39862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studying as an artist</a:t>
            </a:r>
            <a:endParaRPr lang="en-US" sz="2280" dirty="0"/>
          </a:p>
        </p:txBody>
      </p:sp>
      <p:sp>
        <p:nvSpPr>
          <p:cNvPr id="10" name="Text 3"/>
          <p:cNvSpPr/>
          <p:nvPr/>
        </p:nvSpPr>
        <p:spPr>
          <a:xfrm>
            <a:off x="4624388" y="4033837"/>
            <a:ext cx="39862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working as a product designer</a:t>
            </a:r>
            <a:endParaRPr lang="en-US" sz="2280" dirty="0"/>
          </a:p>
        </p:txBody>
      </p:sp>
      <p:sp>
        <p:nvSpPr>
          <p:cNvPr id="11" name="Text 4"/>
          <p:cNvSpPr/>
          <p:nvPr/>
        </p:nvSpPr>
        <p:spPr>
          <a:xfrm>
            <a:off x="4576763" y="4319588"/>
            <a:ext cx="398621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998" spc="10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home decor</a:t>
            </a:r>
            <a:endParaRPr lang="en-US" sz="998" dirty="0"/>
          </a:p>
        </p:txBody>
      </p:sp>
      <p:sp>
        <p:nvSpPr>
          <p:cNvPr id="12" name="Text 5"/>
          <p:cNvSpPr/>
          <p:nvPr/>
        </p:nvSpPr>
        <p:spPr>
          <a:xfrm>
            <a:off x="1481138" y="4467225"/>
            <a:ext cx="7000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passion:  always want to </a:t>
            </a:r>
            <a:pPr algn="l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create</a:t>
            </a:r>
            <a:pPr algn="l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</a:t>
            </a:r>
            <a:endParaRPr lang="en-US" sz="228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62988" y="219075"/>
            <a:ext cx="195263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4310063"/>
            <a:ext cx="3333750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Figma Build Hackthon 2026</a:t>
            </a:r>
            <a:endParaRPr lang="en-US" sz="2280" dirty="0"/>
          </a:p>
          <a:p>
            <a:pPr algn="ctr" indent="0" marL="0">
              <a:lnSpc>
                <a:spcPts val="1630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user research, UI&amp;motion design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4910138" y="4310063"/>
            <a:ext cx="3333750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Health Tracking</a:t>
            </a:r>
            <a:endParaRPr lang="en-US" sz="2280" dirty="0"/>
          </a:p>
          <a:p>
            <a:pPr algn="ctr" indent="0" marL="0">
              <a:lnSpc>
                <a:spcPts val="1630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solo project</a:t>
            </a:r>
            <a:endParaRPr lang="en-US" sz="2280" dirty="0"/>
          </a:p>
        </p:txBody>
      </p:sp>
      <p:sp>
        <p:nvSpPr>
          <p:cNvPr id="4" name="Text 2"/>
          <p:cNvSpPr/>
          <p:nvPr/>
        </p:nvSpPr>
        <p:spPr>
          <a:xfrm>
            <a:off x="8777288" y="4719638"/>
            <a:ext cx="809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</a:t>
            </a:r>
            <a:endParaRPr lang="en-US" sz="855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728913" y="1528763"/>
            <a:ext cx="1485900" cy="2643188"/>
          </a:xfrm>
          <a:prstGeom prst="rect">
            <a:avLst/>
          </a:prstGeom>
        </p:spPr>
      </p:pic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7250" y="719138"/>
            <a:ext cx="1738315" cy="351948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172075" y="795338"/>
            <a:ext cx="1609725" cy="3376613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86350" y="719138"/>
            <a:ext cx="1728788" cy="3511226"/>
          </a:xfrm>
          <a:prstGeom prst="rect">
            <a:avLst/>
          </a:prstGeom>
          <a:noFill/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6"/>
          <a:srcRect l="0" r="8" t="0" b="0"/>
          <a:stretch/>
        </p:blipFill>
        <p:spPr>
          <a:xfrm>
            <a:off x="6800290" y="1619452"/>
            <a:ext cx="12241" cy="41332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/>
          <a:srcRect l="0" r="8" t="0" b="0"/>
          <a:stretch/>
        </p:blipFill>
        <p:spPr>
          <a:xfrm>
            <a:off x="5086344" y="1864992"/>
            <a:ext cx="12241" cy="25372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/>
          <a:srcRect l="0" r="8" t="0" b="0"/>
          <a:stretch/>
        </p:blipFill>
        <p:spPr>
          <a:xfrm>
            <a:off x="5086344" y="1529420"/>
            <a:ext cx="12241" cy="253725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9"/>
          <a:srcRect l="0" r="8" t="0" b="0"/>
          <a:stretch/>
        </p:blipFill>
        <p:spPr>
          <a:xfrm>
            <a:off x="5086344" y="1275695"/>
            <a:ext cx="12241" cy="130955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098586" y="719138"/>
            <a:ext cx="1701701" cy="3511226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102670" y="708943"/>
            <a:ext cx="1693538" cy="3503041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119688" y="709613"/>
            <a:ext cx="1662113" cy="3500438"/>
          </a:xfrm>
          <a:prstGeom prst="rect">
            <a:avLst/>
          </a:prstGeom>
        </p:spPr>
      </p:pic>
      <p:sp>
        <p:nvSpPr>
          <p:cNvPr id="16" name="Shape 4"/>
          <p:cNvSpPr/>
          <p:nvPr/>
        </p:nvSpPr>
        <p:spPr>
          <a:xfrm>
            <a:off x="6437100" y="719138"/>
            <a:ext cx="24485" cy="20462"/>
          </a:xfrm>
          <a:prstGeom prst="rect">
            <a:avLst/>
          </a:prstGeom>
          <a:solidFill>
            <a:srgbClr val="414141"/>
          </a:solidFill>
          <a:ln/>
        </p:spPr>
      </p:sp>
      <p:sp>
        <p:nvSpPr>
          <p:cNvPr id="17" name="Shape 5"/>
          <p:cNvSpPr/>
          <p:nvPr/>
        </p:nvSpPr>
        <p:spPr>
          <a:xfrm>
            <a:off x="6779888" y="1071079"/>
            <a:ext cx="20404" cy="24554"/>
          </a:xfrm>
          <a:prstGeom prst="rect">
            <a:avLst/>
          </a:prstGeom>
          <a:solidFill>
            <a:srgbClr val="414141"/>
          </a:solidFill>
          <a:ln/>
        </p:spPr>
      </p:sp>
      <p:sp>
        <p:nvSpPr>
          <p:cNvPr id="18" name="Shape 6"/>
          <p:cNvSpPr/>
          <p:nvPr/>
        </p:nvSpPr>
        <p:spPr>
          <a:xfrm>
            <a:off x="5098591" y="1071079"/>
            <a:ext cx="20404" cy="24554"/>
          </a:xfrm>
          <a:prstGeom prst="rect">
            <a:avLst/>
          </a:prstGeom>
          <a:solidFill>
            <a:srgbClr val="414141"/>
          </a:solidFill>
          <a:ln/>
        </p:spPr>
      </p:sp>
      <p:sp>
        <p:nvSpPr>
          <p:cNvPr id="19" name="Shape 7"/>
          <p:cNvSpPr/>
          <p:nvPr/>
        </p:nvSpPr>
        <p:spPr>
          <a:xfrm>
            <a:off x="5098591" y="3853868"/>
            <a:ext cx="20404" cy="24554"/>
          </a:xfrm>
          <a:prstGeom prst="rect">
            <a:avLst/>
          </a:prstGeom>
          <a:solidFill>
            <a:srgbClr val="414141"/>
          </a:solidFill>
          <a:ln/>
        </p:spPr>
      </p:sp>
      <p:sp>
        <p:nvSpPr>
          <p:cNvPr id="20" name="Shape 8"/>
          <p:cNvSpPr/>
          <p:nvPr/>
        </p:nvSpPr>
        <p:spPr>
          <a:xfrm>
            <a:off x="6779888" y="3853868"/>
            <a:ext cx="20404" cy="24554"/>
          </a:xfrm>
          <a:prstGeom prst="rect">
            <a:avLst/>
          </a:prstGeom>
          <a:solidFill>
            <a:srgbClr val="414141"/>
          </a:solidFill>
          <a:ln/>
        </p:spPr>
      </p:sp>
      <p:sp>
        <p:nvSpPr>
          <p:cNvPr id="21" name="Shape 9"/>
          <p:cNvSpPr/>
          <p:nvPr/>
        </p:nvSpPr>
        <p:spPr>
          <a:xfrm>
            <a:off x="5437298" y="4209902"/>
            <a:ext cx="24485" cy="20462"/>
          </a:xfrm>
          <a:prstGeom prst="rect">
            <a:avLst/>
          </a:prstGeom>
          <a:solidFill>
            <a:srgbClr val="414141"/>
          </a:solidFill>
          <a:ln/>
        </p:spPr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090231" y="817354"/>
            <a:ext cx="65294" cy="65477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849464" y="837815"/>
            <a:ext cx="199960" cy="24554"/>
          </a:xfrm>
          <a:prstGeom prst="rect">
            <a:avLst/>
          </a:prstGeom>
        </p:spPr>
      </p:pic>
      <p:sp>
        <p:nvSpPr>
          <p:cNvPr id="24" name="Shape 10"/>
          <p:cNvSpPr/>
          <p:nvPr/>
        </p:nvSpPr>
        <p:spPr>
          <a:xfrm>
            <a:off x="6510338" y="866775"/>
            <a:ext cx="152400" cy="138113"/>
          </a:xfrm>
          <a:prstGeom prst="rect">
            <a:avLst/>
          </a:prstGeom>
          <a:solidFill>
            <a:srgbClr val="D9F0F2"/>
          </a:solidFill>
          <a:ln/>
        </p:spPr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5172075" y="804863"/>
            <a:ext cx="1550946" cy="156972"/>
          </a:xfrm>
          <a:prstGeom prst="rect">
            <a:avLst/>
          </a:prstGeom>
        </p:spPr>
      </p:pic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7088656" y="1834586"/>
            <a:ext cx="1086912" cy="2353527"/>
          </a:xfrm>
          <a:prstGeom prst="rect">
            <a:avLst/>
          </a:prstGeom>
        </p:spPr>
      </p:pic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7088656" y="1802703"/>
            <a:ext cx="1103602" cy="2386926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7010400" y="1762125"/>
            <a:ext cx="1246324" cy="249555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304800" y="304800"/>
            <a:ext cx="2166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PROJECTS</a:t>
            </a:r>
            <a:endParaRPr lang="en-US" sz="855" dirty="0"/>
          </a:p>
        </p:txBody>
      </p:sp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8662988" y="219075"/>
            <a:ext cx="195263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0" y="976312"/>
            <a:ext cx="3505200" cy="2324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7288" y="4719638"/>
            <a:ext cx="809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</a:t>
            </a:r>
            <a:endParaRPr lang="en-US" sz="855" dirty="0"/>
          </a:p>
        </p:txBody>
      </p:sp>
      <p:sp>
        <p:nvSpPr>
          <p:cNvPr id="4" name="Text 1"/>
          <p:cNvSpPr/>
          <p:nvPr/>
        </p:nvSpPr>
        <p:spPr>
          <a:xfrm>
            <a:off x="304800" y="304800"/>
            <a:ext cx="2166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PAST EVENT</a:t>
            </a:r>
            <a:endParaRPr lang="en-US" sz="85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5838" y="1200150"/>
            <a:ext cx="3333750" cy="164306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5838" y="976312"/>
            <a:ext cx="3333750" cy="2286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62988" y="219075"/>
            <a:ext cx="195263" cy="27622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9088" y="1833563"/>
            <a:ext cx="1328738" cy="2386013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658764" y="2320847"/>
            <a:ext cx="243102" cy="504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3"/>
          <p:cNvSpPr/>
          <p:nvPr/>
        </p:nvSpPr>
        <p:spPr>
          <a:xfrm>
            <a:off x="676275" y="2328863"/>
            <a:ext cx="271463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"/>
              </a:lnSpc>
              <a:buNone/>
            </a:pPr>
            <a:r>
              <a:rPr lang="en-US" sz="285" b="1" spc="-17" kern="0" dirty="0">
                <a:solidFill>
                  <a:srgbClr val="000000">
                    <a:alpha val="99000"/>
                  </a:srgbClr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Alina_WQ_Xie</a:t>
            </a:r>
            <a:endParaRPr lang="en-US" sz="285" dirty="0"/>
          </a:p>
        </p:txBody>
      </p:sp>
      <p:sp>
        <p:nvSpPr>
          <p:cNvPr id="11" name="Shape 4"/>
          <p:cNvSpPr/>
          <p:nvPr/>
        </p:nvSpPr>
        <p:spPr>
          <a:xfrm>
            <a:off x="558859" y="3491112"/>
            <a:ext cx="223121" cy="462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5"/>
          <p:cNvSpPr/>
          <p:nvPr/>
        </p:nvSpPr>
        <p:spPr>
          <a:xfrm>
            <a:off x="555529" y="3782699"/>
            <a:ext cx="223121" cy="462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6"/>
          <p:cNvSpPr/>
          <p:nvPr/>
        </p:nvSpPr>
        <p:spPr>
          <a:xfrm>
            <a:off x="566049" y="3787263"/>
            <a:ext cx="189820" cy="28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"/>
              </a:lnSpc>
              <a:buNone/>
            </a:pPr>
            <a:r>
              <a:rPr lang="en-US" sz="214" b="1" dirty="0">
                <a:solidFill>
                  <a:srgbClr val="000000">
                    <a:alpha val="99000"/>
                  </a:srgbClr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Alina_WQ_Xie</a:t>
            </a:r>
            <a:endParaRPr lang="en-US" sz="214" dirty="0"/>
          </a:p>
        </p:txBody>
      </p:sp>
      <p:sp>
        <p:nvSpPr>
          <p:cNvPr id="14" name="Text 7"/>
          <p:cNvSpPr/>
          <p:nvPr/>
        </p:nvSpPr>
        <p:spPr>
          <a:xfrm>
            <a:off x="571500" y="3500438"/>
            <a:ext cx="189820" cy="28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"/>
              </a:lnSpc>
              <a:buNone/>
            </a:pPr>
            <a:r>
              <a:rPr lang="en-US" sz="214" b="1" spc="-13" kern="0" dirty="0">
                <a:solidFill>
                  <a:srgbClr val="000000">
                    <a:alpha val="99000"/>
                  </a:srgbClr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Alina_WQ_Xie</a:t>
            </a:r>
            <a:endParaRPr lang="en-US" sz="214" dirty="0"/>
          </a:p>
        </p:txBody>
      </p:sp>
      <p:sp>
        <p:nvSpPr>
          <p:cNvPr id="15" name="Text 8"/>
          <p:cNvSpPr/>
          <p:nvPr/>
        </p:nvSpPr>
        <p:spPr>
          <a:xfrm>
            <a:off x="1019175" y="4219575"/>
            <a:ext cx="2100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425" spc="-85" kern="0" dirty="0">
                <a:solidFill>
                  <a:srgbClr val="000000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hoster</a:t>
            </a:r>
            <a:endParaRPr lang="en-US" sz="1425" dirty="0"/>
          </a:p>
        </p:txBody>
      </p:sp>
      <p:sp>
        <p:nvSpPr>
          <p:cNvPr id="16" name="Text 9"/>
          <p:cNvSpPr/>
          <p:nvPr/>
        </p:nvSpPr>
        <p:spPr>
          <a:xfrm>
            <a:off x="1019175" y="4443413"/>
            <a:ext cx="29098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000000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bread and industry information sharing</a:t>
            </a:r>
            <a:endParaRPr lang="en-US" sz="1140" dirty="0"/>
          </a:p>
        </p:txBody>
      </p:sp>
      <p:sp>
        <p:nvSpPr>
          <p:cNvPr id="17" name="Text 10"/>
          <p:cNvSpPr/>
          <p:nvPr/>
        </p:nvSpPr>
        <p:spPr>
          <a:xfrm>
            <a:off x="5329238" y="4443413"/>
            <a:ext cx="298132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000000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display and visual for students exhibition</a:t>
            </a:r>
            <a:endParaRPr lang="en-US" sz="1140" dirty="0"/>
          </a:p>
        </p:txBody>
      </p:sp>
      <p:sp>
        <p:nvSpPr>
          <p:cNvPr id="18" name="Text 11"/>
          <p:cNvSpPr/>
          <p:nvPr/>
        </p:nvSpPr>
        <p:spPr>
          <a:xfrm>
            <a:off x="5329238" y="4252913"/>
            <a:ext cx="23383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425" spc="-85" kern="0" dirty="0">
                <a:solidFill>
                  <a:srgbClr val="000000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co-curator</a:t>
            </a:r>
            <a:endParaRPr lang="en-US" sz="142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00563" y="1833563"/>
            <a:ext cx="1328738" cy="2386013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40239" y="2320847"/>
            <a:ext cx="243102" cy="504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3"/>
          <p:cNvSpPr/>
          <p:nvPr/>
        </p:nvSpPr>
        <p:spPr>
          <a:xfrm>
            <a:off x="4857750" y="2328863"/>
            <a:ext cx="271463" cy="3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"/>
              </a:lnSpc>
              <a:buNone/>
            </a:pPr>
            <a:r>
              <a:rPr lang="en-US" sz="285" b="1" spc="-17" kern="0" dirty="0">
                <a:solidFill>
                  <a:srgbClr val="000000">
                    <a:alpha val="99000"/>
                  </a:srgbClr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Alina_WQ_Xie</a:t>
            </a:r>
            <a:endParaRPr lang="en-US" sz="285" dirty="0"/>
          </a:p>
        </p:txBody>
      </p:sp>
      <p:sp>
        <p:nvSpPr>
          <p:cNvPr id="22" name="Shape 14"/>
          <p:cNvSpPr/>
          <p:nvPr/>
        </p:nvSpPr>
        <p:spPr>
          <a:xfrm>
            <a:off x="4740334" y="3491112"/>
            <a:ext cx="223121" cy="462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5"/>
          <p:cNvSpPr/>
          <p:nvPr/>
        </p:nvSpPr>
        <p:spPr>
          <a:xfrm>
            <a:off x="4737004" y="3782699"/>
            <a:ext cx="223121" cy="462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6"/>
          <p:cNvSpPr/>
          <p:nvPr/>
        </p:nvSpPr>
        <p:spPr>
          <a:xfrm>
            <a:off x="4747524" y="3787263"/>
            <a:ext cx="189820" cy="28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"/>
              </a:lnSpc>
              <a:buNone/>
            </a:pPr>
            <a:r>
              <a:rPr lang="en-US" sz="214" b="1" dirty="0">
                <a:solidFill>
                  <a:srgbClr val="000000">
                    <a:alpha val="99000"/>
                  </a:srgbClr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Alina_WQ_Xie</a:t>
            </a:r>
            <a:endParaRPr lang="en-US" sz="214" dirty="0"/>
          </a:p>
        </p:txBody>
      </p:sp>
      <p:sp>
        <p:nvSpPr>
          <p:cNvPr id="25" name="Text 17"/>
          <p:cNvSpPr/>
          <p:nvPr/>
        </p:nvSpPr>
        <p:spPr>
          <a:xfrm>
            <a:off x="4752975" y="3500438"/>
            <a:ext cx="189820" cy="28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"/>
              </a:lnSpc>
              <a:buNone/>
            </a:pPr>
            <a:r>
              <a:rPr lang="en-US" sz="214" b="1" spc="-13" kern="0" dirty="0">
                <a:solidFill>
                  <a:srgbClr val="000000">
                    <a:alpha val="99000"/>
                  </a:srgbClr>
                </a:solidFill>
                <a:latin typeface="Akatab" pitchFamily="34" charset="0"/>
                <a:ea typeface="Akatab" pitchFamily="34" charset="-122"/>
                <a:cs typeface="Akatab" pitchFamily="34" charset="-120"/>
              </a:rPr>
              <a:t>Alina_WQ_Xie</a:t>
            </a:r>
            <a:endParaRPr lang="en-US" sz="214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14875" y="2405063"/>
            <a:ext cx="904875" cy="1304925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714875" y="3709988"/>
            <a:ext cx="895350" cy="14763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719638" y="3848100"/>
            <a:ext cx="890588" cy="33338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28678" t="0" b="18858"/>
          <a:stretch/>
        </p:blipFill>
        <p:spPr>
          <a:xfrm>
            <a:off x="-1838325" y="-600075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2963" y="2014538"/>
            <a:ext cx="3105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2F28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FigmaMake Mini Hackthon</a:t>
            </a:r>
            <a:endParaRPr lang="en-US" sz="2280" dirty="0"/>
          </a:p>
        </p:txBody>
      </p:sp>
      <p:sp>
        <p:nvSpPr>
          <p:cNvPr id="4" name="Text 1"/>
          <p:cNvSpPr/>
          <p:nvPr/>
        </p:nvSpPr>
        <p:spPr>
          <a:xfrm>
            <a:off x="4652963" y="2433638"/>
            <a:ext cx="395287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core objective of this event is to empower designers to customize AI-driven Figma Widgets and Plugins using natural language prompts. </a:t>
            </a:r>
            <a:endParaRPr lang="en-US" sz="1140" dirty="0"/>
          </a:p>
          <a:p>
            <a:pPr algn="l" indent="0" marL="0">
              <a:lnSpc>
                <a:spcPts val="1254"/>
              </a:lnSpc>
              <a:buNone/>
            </a:pPr>
            <a:r>
              <a:rPr lang="en-US" sz="1140" spc="11" kern="0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By bridging the gap between product thinking and AI automation, this initiative will directly improve team productivity, eliminate repetitive operational friction and foster collaboration.</a:t>
            </a:r>
            <a:endParaRPr lang="en-US" sz="1140" dirty="0"/>
          </a:p>
        </p:txBody>
      </p:sp>
      <p:sp>
        <p:nvSpPr>
          <p:cNvPr id="5" name="Text 2"/>
          <p:cNvSpPr/>
          <p:nvPr/>
        </p:nvSpPr>
        <p:spPr>
          <a:xfrm>
            <a:off x="8777288" y="4719638"/>
            <a:ext cx="809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304800" y="285750"/>
            <a:ext cx="2166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FUTURE EVENT</a:t>
            </a:r>
            <a:endParaRPr lang="en-US" sz="85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62988" y="219075"/>
            <a:ext cx="195263" cy="27622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7713" y="2014538"/>
            <a:ext cx="862013" cy="122396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38375" y="1928813"/>
            <a:ext cx="1504950" cy="14001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09750" y="2166938"/>
            <a:ext cx="4286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3"/>
              </a:lnSpc>
              <a:buNone/>
            </a:pPr>
            <a:r>
              <a:rPr lang="en-US" sz="6413" spc="-385" kern="0" dirty="0">
                <a:solidFill>
                  <a:srgbClr val="000000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</a:t>
            </a:r>
            <a:endParaRPr lang="en-US" sz="64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6813" y="4719638"/>
            <a:ext cx="714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1036"/>
              </a:lnSpc>
              <a:buNone/>
            </a:pPr>
            <a:r>
              <a:rPr lang="en-US" sz="855" b="1" dirty="0">
                <a:solidFill>
                  <a:srgbClr val="2F2802">
                    <a:alpha val="99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</a:t>
            </a:r>
            <a:endParaRPr lang="en-US" sz="85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58063" y="1581150"/>
            <a:ext cx="1059681" cy="10477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62988" y="219075"/>
            <a:ext cx="195263" cy="27622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7513" y="2543175"/>
            <a:ext cx="657225" cy="681038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15150" y="2776538"/>
            <a:ext cx="2419350" cy="43815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6915150" y="3362325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spc="-137" kern="0" dirty="0">
                <a:solidFill>
                  <a:srgbClr val="000000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Alina / Wenqian Xie</a:t>
            </a:r>
            <a:endParaRPr lang="en-US" sz="2280" dirty="0"/>
          </a:p>
        </p:txBody>
      </p:sp>
      <p:sp>
        <p:nvSpPr>
          <p:cNvPr id="8" name="Text 2"/>
          <p:cNvSpPr/>
          <p:nvPr/>
        </p:nvSpPr>
        <p:spPr>
          <a:xfrm>
            <a:off x="466725" y="1976438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4275"/>
              </a:lnSpc>
              <a:buNone/>
            </a:pPr>
            <a:r>
              <a:rPr lang="en-US" sz="4275" spc="-256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Thanks</a:t>
            </a:r>
            <a:endParaRPr lang="en-US" sz="4275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sz="4275" spc="-256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For</a:t>
            </a:r>
            <a:endParaRPr lang="en-US" sz="4275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sz="4275" spc="-256" kern="0" dirty="0">
                <a:solidFill>
                  <a:srgbClr val="C63A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Watching</a:t>
            </a:r>
            <a:endParaRPr lang="en-US" sz="4275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09863" y="1647825"/>
            <a:ext cx="3719512" cy="2019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2026-08-02T18:24:40Z</dcterms:created>
  <dcterms:modified xsi:type="dcterms:W3CDTF">2026-08-02T18:24:40Z</dcterms:modified>
</cp:coreProperties>
</file>